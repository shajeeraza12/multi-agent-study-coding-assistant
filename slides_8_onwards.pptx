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Five controlled sweeps — isolating threshold, judge, and architecture effects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11365992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61288"/>
            <a:ext cx="1719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Sweep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116128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5272" y="1161288"/>
            <a:ext cx="10789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161288"/>
            <a:ext cx="896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1161288"/>
            <a:ext cx="382219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Generator / Judge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91056"/>
            <a:ext cx="11365992" cy="749808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" y="1755648"/>
            <a:ext cx="1554480" cy="41148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DD3FC"/>
                </a:solidFill>
              </a:rPr>
              <a:t>sweep_phase1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792224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Phase 1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1792224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A / B /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792224"/>
            <a:ext cx="896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1792224"/>
            <a:ext cx="382219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qwen3-32b / qwen3-32b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395728"/>
            <a:ext cx="11365992" cy="7498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2560320"/>
            <a:ext cx="1554480" cy="41148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DD3FC"/>
                </a:solidFill>
              </a:rPr>
              <a:t>sweep_thresh85_b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2596896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Threshold Sensitivity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2596896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B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596896"/>
            <a:ext cx="896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</a:rPr>
              <a:t>0.85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596896"/>
            <a:ext cx="382219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qwen3-32b / qwen3-32b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00400"/>
            <a:ext cx="11365992" cy="749808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" y="3364992"/>
            <a:ext cx="1554480" cy="41148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DD3FC"/>
                </a:solidFill>
              </a:rPr>
              <a:t>sweep_thresh85_c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3401568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Threshold Sensitivity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3401568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C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3401568"/>
            <a:ext cx="896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</a:rPr>
              <a:t>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3401568"/>
            <a:ext cx="382219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qwen3-32b / qwen3-32b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05072"/>
            <a:ext cx="11365992" cy="7498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4169663"/>
            <a:ext cx="1554480" cy="41148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DD3FC"/>
                </a:solidFill>
              </a:rPr>
              <a:t>sweep_judge_sep_a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04872" y="420624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Judge Separation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4206240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A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4206240"/>
            <a:ext cx="896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4206240"/>
            <a:ext cx="382219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qwen2.5-7b / qwen3-32b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809744"/>
            <a:ext cx="11365992" cy="749808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" y="4974336"/>
            <a:ext cx="1554480" cy="41148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7DD3FC"/>
                </a:solidFill>
              </a:rPr>
              <a:t>sweep_judge_sep_b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04872" y="5010912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Judge Separation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5010912"/>
            <a:ext cx="1078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B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5010912"/>
            <a:ext cx="896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</a:rPr>
              <a:t>0.85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2712" y="5010912"/>
            <a:ext cx="382219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qwen2.5-7b / qwen3-32b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126480"/>
            <a:ext cx="11365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All sweeps: 19 SWE-bench Lite instances across django, sympy, scikit-learn, astropy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Phase 1 Results —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19 instances × 3 conditions — qwen3-32b generator and judge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176272" cy="1417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98448"/>
            <a:ext cx="1956815" cy="737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</a:rPr>
              <a:t>0.878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010765"/>
            <a:ext cx="2029967" cy="538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  mean score
(σ = 0.145, min 0.30)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0904" y="1188720"/>
            <a:ext cx="2176272" cy="1417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298448"/>
            <a:ext cx="1956815" cy="737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F97316"/>
                </a:solidFill>
              </a:rPr>
              <a:t>0.881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010765"/>
            <a:ext cx="2029967" cy="538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 @ 0.70  mean
(σ = 0.069, min 0.72)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188720"/>
            <a:ext cx="2176272" cy="1417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298448"/>
            <a:ext cx="1956815" cy="737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0.926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10765"/>
            <a:ext cx="2029967" cy="538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 @ 0.85  mean
(σ = 0.044, min 0.85)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9752" y="1188720"/>
            <a:ext cx="2176272" cy="1417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298448"/>
            <a:ext cx="1956815" cy="737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A78BFA"/>
                </a:solidFill>
              </a:rPr>
              <a:t>0.887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010765"/>
            <a:ext cx="2029967" cy="538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 @ 0.70  mean
(σ = 0.126, min 0.40)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9176" y="1188720"/>
            <a:ext cx="2176272" cy="14173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3" y="1298448"/>
            <a:ext cx="1956815" cy="737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F87171"/>
                </a:solidFill>
              </a:rPr>
              <a:t>0.721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010765"/>
            <a:ext cx="2029967" cy="5385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 @ 0.85  mean
(σ = 0.353, min 0.00)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916936"/>
            <a:ext cx="91440" cy="32918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6207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▲ B@0.85 beats B@0.70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729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Mean +0.045, stdev halved (0.069→0.044), hard floor at 0.85. Raising the threshold forces more refine iterations and eliminates all below-threshold answers.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77055"/>
            <a:ext cx="91440" cy="32918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22191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✓ Reviewer narrows variance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33087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 spans 0.30–0.96; B@0.85 spans 0.85–1.00. The refine loop is effectively a score floor: no instance escapes without satisfying the rubric.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837176"/>
            <a:ext cx="91440" cy="32918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8231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⚠ Condition C is bimodal at 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932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14 / 19 instances score 0.86–1.00. The remaining 5 regress sharply (≤ 0.40), including one at 0.00. Aggressive refinement with an action agent is not uniform improvement.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797296"/>
            <a:ext cx="91440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74243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★ Judge separation amplifies lift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05332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With a weaker Ollama 7B generator the Reviewer adds Δ = +0.114 vs only Δ = +0.003 when the generator is strong — the Reviewer matters most where it is needed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Finding 1 — Reviewer Enforces a Hard Score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Every B@0.85 instance ≥ 0.85 · Baseline A spans 0.30 → 0.96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ed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94944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188720"/>
            <a:ext cx="420624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188720"/>
            <a:ext cx="91440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0.30 → 0.96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664208"/>
            <a:ext cx="3840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sympy-16792: biggest single lift.
Baseline scored 0.30 — Reviewer drove it to 0.96.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578608"/>
            <a:ext cx="420624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2578608"/>
            <a:ext cx="9144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67004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σ halved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54096"/>
            <a:ext cx="3840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 stdev = 0.145 · B@0.85 stdev = 0.044.
Refine loop compresses the score distribution.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968496"/>
            <a:ext cx="420624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3968496"/>
            <a:ext cx="91440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4059935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Hard minimum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443983"/>
            <a:ext cx="3840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B@0.85 minimum = 0.85 across all 19 instances.
The rubric + refine acts as a guaranteed floor.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5358384"/>
            <a:ext cx="420624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5358384"/>
            <a:ext cx="91440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5449824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73 % of instances lifted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833872"/>
            <a:ext cx="3840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14 of 19 instances improved under B vs A.
Only 5 showed marginal regression (all ≥ 0.85).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Finding 2 — Condition C is Bimodal at Threshold 0.85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Aggressive refinement with an action agent is not uniformly beneficial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ed_b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67512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69480" y="1188720"/>
            <a:ext cx="457200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188720"/>
            <a:ext cx="91440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12618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High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1554480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14 / 19 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1847088"/>
            <a:ext cx="4206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Score 0.86 – 1.00
Action agent succeeds reliably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560320"/>
            <a:ext cx="457200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560320"/>
            <a:ext cx="91440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8" y="26334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Regression 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926079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/ 19 instances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218687"/>
            <a:ext cx="4206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Score ≤ 0.40 (one at 0.00)
Aggressive refine degrades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3931920"/>
            <a:ext cx="457200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931920"/>
            <a:ext cx="9144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40050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297680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Context explosion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4590288"/>
            <a:ext cx="4206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OpenHands accumulates ~150K tokens
by step 30 — judge loses coherence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5303520"/>
            <a:ext cx="4572000" cy="12344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5303520"/>
            <a:ext cx="91440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537667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5669280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Threshold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5961888"/>
            <a:ext cx="4206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C@0.70 mean = 0.887 vs C@0.85 = 0.721
Higher threshold amplifies tail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Finding 3 — Reviewer Adds Most Value When Generator is Weak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Judge separation experiment: Ollama qwen2.5-7B generator · qwen3-32B judge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ed_judge_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685800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188720"/>
            <a:ext cx="4343400" cy="16459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188720"/>
            <a:ext cx="9144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2" y="1325880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Δ = +0.114  (weak gen)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719072"/>
            <a:ext cx="39776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Mean A = 0.657, mean B = 0.771.
When the generator struggles the Reviewer's
refine loop delivers the largest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971800"/>
            <a:ext cx="4343400" cy="16459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2971800"/>
            <a:ext cx="91440" cy="1645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3108960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Δ = +0.003  (strong gen)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502152"/>
            <a:ext cx="39776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Mean A = 0.878, mean B = 0.881.
A capable generator leaves little room
for the Reviewer to improve.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4754880"/>
            <a:ext cx="4343400" cy="164592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754880"/>
            <a:ext cx="91440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4892040"/>
            <a:ext cx="3977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Architectural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5285232"/>
            <a:ext cx="39776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The Reviewer is not redundant — it is a
safety net that scales with generator weakness.
Deploy it whenever the generator is uncertain.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01168"/>
            <a:ext cx="10515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Conclusions, Limitations &amp; Future Work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0515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5486400" cy="534924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CONCLUSIONS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73936"/>
            <a:ext cx="91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Rubric-based gating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11679"/>
            <a:ext cx="49377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B@0.85 lifts mean score by +0.048 over A and enforces a hard minimum — no instance escapes below 0.85.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16936"/>
            <a:ext cx="91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620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Reviewer value scales with generator weakness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79"/>
            <a:ext cx="49377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Δ = +0.003 (strong model) vs Δ = +0.114 (7B model). The Reviewer is most valuable where the generator is most uncertain.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059935"/>
            <a:ext cx="91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050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Hallucination Bridge generalises the rubric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297680"/>
            <a:ext cx="49377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The same 5-dimension rubric audits OpenHands action traces — a structurally distinct hallucination class becomes detectable without fine-tuning.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202936"/>
            <a:ext cx="9144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480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Bimodality is a real risk at C@0.85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440680"/>
            <a:ext cx="49377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Aggressive refinement with an autonomous action agent can degrade output when the judge loses coherence under large context.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143000"/>
            <a:ext cx="5696712" cy="237744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261872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64208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– Absolute scores are LLM-regime sensitive — only within-regime ordering is comparable.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04288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– Free-tier throttling affected Condition C; token costs per run are high (~150K at step 30).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44368"/>
            <a:ext cx="5303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– 19-instance set provides directional signal but limited statistical power.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703320"/>
            <a:ext cx="5696712" cy="2788920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822191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206240"/>
            <a:ext cx="5303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→  Full 50-instance SWE-bench Lite sweep for statistical significance.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754879"/>
            <a:ext cx="5303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→  Formal per-action hallucination metric on OpenHands traces.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303520"/>
            <a:ext cx="5303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→  Threshold calibration — per-domain adaptive thresholding.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852159"/>
            <a:ext cx="5303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→  Evaluate with stronger open-source models (Qwen2.5-72B, GPT-4o).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21408"/>
            <a:ext cx="1036015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38BDF8"/>
                </a:solidFill>
              </a:rPr>
              <a:t>FOR YOUR TIME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2880360"/>
            <a:ext cx="11365992" cy="9144"/>
          </a:xfrm>
          <a:prstGeom prst="ellipse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999232"/>
            <a:ext cx="113659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Syed Muhammad Shajee Raza  ·  Group J4232  ·  ITMO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8328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Development of a Lightweight Hallucination Detection Algorithm  for the Reviewer Agent in a Code-Generation Multi-Agent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114800"/>
            <a:ext cx="2181758" cy="1600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4224528"/>
            <a:ext cx="1962302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5042916"/>
            <a:ext cx="2035454" cy="6080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SWE-bench instances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4678" y="4114800"/>
            <a:ext cx="2181758" cy="1600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4406" y="4224528"/>
            <a:ext cx="1962302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7830" y="5042916"/>
            <a:ext cx="2035454" cy="6080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Sweep configurations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7876" y="4114800"/>
            <a:ext cx="2181758" cy="1600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7604" y="4224528"/>
            <a:ext cx="1962302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1028" y="5042916"/>
            <a:ext cx="2035454" cy="6080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Architectural conditions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1075" y="4114800"/>
            <a:ext cx="2181758" cy="1600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0803" y="4224528"/>
            <a:ext cx="1962302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+0.114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4227" y="5042916"/>
            <a:ext cx="2035454" cy="6080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Max Reviewer 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4273" y="4114800"/>
            <a:ext cx="2181758" cy="1600200"/>
          </a:xfrm>
          <a:prstGeom prst="rect">
            <a:avLst/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4001" y="4224528"/>
            <a:ext cx="1962302" cy="832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7425" y="5042916"/>
            <a:ext cx="2035454" cy="6080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B@0.85 score floor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